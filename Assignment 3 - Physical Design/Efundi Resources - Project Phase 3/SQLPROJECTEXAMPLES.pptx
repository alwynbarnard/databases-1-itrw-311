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60" r:id="rId3"/>
    <p:sldId id="273" r:id="rId4"/>
    <p:sldId id="274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5" r:id="rId16"/>
    <p:sldId id="276" r:id="rId17"/>
    <p:sldId id="262" r:id="rId18"/>
  </p:sldIdLst>
  <p:sldSz cx="9144000" cy="6858000" type="screen4x3"/>
  <p:notesSz cx="6858000" cy="9144000"/>
  <p:defaultTextStyle>
    <a:defPPr>
      <a:defRPr lang="af-Z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4" autoAdjust="0"/>
    <p:restoredTop sz="94660"/>
  </p:normalViewPr>
  <p:slideViewPr>
    <p:cSldViewPr>
      <p:cViewPr varScale="1">
        <p:scale>
          <a:sx n="83" d="100"/>
          <a:sy n="83" d="100"/>
        </p:scale>
        <p:origin x="1435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3066B-03C5-4F92-9352-D64AD32072AD}" type="datetimeFigureOut">
              <a:rPr lang="en-ZA" smtClean="0"/>
              <a:t>2018/04/19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BDC9E-3E0A-48BF-8BB0-1F3F27049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738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A1F74-DD62-4386-8EF4-2FC6A7A17970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6457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A1F74-DD62-4386-8EF4-2FC6A7A17970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196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F8B78E-9C0B-46CA-A7D8-A16A7631ECF6}" type="datetimeFigureOut">
              <a:rPr lang="af-ZA" smtClean="0"/>
              <a:t>2018-04-19</a:t>
            </a:fld>
            <a:endParaRPr lang="af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af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F2DAA25-A426-4E79-B224-BD1A754A9F6A}" type="slidenum">
              <a:rPr lang="af-ZA" smtClean="0"/>
              <a:t>‹#›</a:t>
            </a:fld>
            <a:endParaRPr lang="af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–</a:t>
            </a:r>
            <a:endParaRPr lang="af-ZA" sz="28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82880" indent="0">
              <a:buNone/>
            </a:pPr>
            <a:r>
              <a:rPr lang="en-US" dirty="0" smtClean="0"/>
              <a:t>PROJECT ASSIGNMENT 3</a:t>
            </a:r>
            <a:br>
              <a:rPr lang="en-US" dirty="0" smtClean="0"/>
            </a:br>
            <a:r>
              <a:rPr lang="en-US" dirty="0" smtClean="0"/>
              <a:t>SQL</a:t>
            </a:r>
            <a:endParaRPr lang="af-ZA" dirty="0"/>
          </a:p>
        </p:txBody>
      </p:sp>
    </p:spTree>
    <p:extLst>
      <p:ext uri="{BB962C8B-B14F-4D97-AF65-F5344CB8AC3E}">
        <p14:creationId xmlns:p14="http://schemas.microsoft.com/office/powerpoint/2010/main" val="396696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814927" cy="445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0600" y="228600"/>
            <a:ext cx="40273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DATAMODEL</a:t>
            </a:r>
            <a:endParaRPr lang="en-ZA" sz="5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07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1176" t="20515" r="14069" b="3122"/>
          <a:stretch/>
        </p:blipFill>
        <p:spPr>
          <a:xfrm>
            <a:off x="2508068" y="1066538"/>
            <a:ext cx="4088675" cy="48614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457200" y="122426"/>
            <a:ext cx="8408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PROJECT MARKING GUIDE</a:t>
            </a:r>
            <a:endParaRPr lang="en-ZA" sz="5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8030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7696" t="33467" r="29951" b="7562"/>
          <a:stretch/>
        </p:blipFill>
        <p:spPr>
          <a:xfrm>
            <a:off x="1656485" y="1111208"/>
            <a:ext cx="5809130" cy="4377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9065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599" y="228600"/>
            <a:ext cx="7510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TABLE STOCK</a:t>
            </a:r>
            <a:endParaRPr lang="en-ZA" sz="5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27" y="1905000"/>
            <a:ext cx="838069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/>
              <a:t>CREATE TABLE STOCK</a:t>
            </a:r>
          </a:p>
          <a:p>
            <a:r>
              <a:rPr lang="en-ZA" sz="2400" dirty="0"/>
              <a:t>( </a:t>
            </a:r>
            <a:r>
              <a:rPr lang="en-ZA" sz="2400" dirty="0" err="1"/>
              <a:t>Stock_no</a:t>
            </a:r>
            <a:r>
              <a:rPr lang="en-ZA" sz="2400" dirty="0"/>
              <a:t> NUMBER(6)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stock_stock_no</a:t>
            </a:r>
            <a:r>
              <a:rPr lang="en-ZA" sz="2400" dirty="0"/>
              <a:t>   PRIMARY KEY,</a:t>
            </a:r>
          </a:p>
          <a:p>
            <a:r>
              <a:rPr lang="en-ZA" sz="2400" dirty="0"/>
              <a:t>Description VARCHAR2(30),</a:t>
            </a:r>
          </a:p>
          <a:p>
            <a:r>
              <a:rPr lang="en-ZA" sz="2400" dirty="0" err="1"/>
              <a:t>Qty_OnHand</a:t>
            </a:r>
            <a:r>
              <a:rPr lang="en-ZA" sz="2400" dirty="0"/>
              <a:t> NUMBER(5) NOT NULL,</a:t>
            </a:r>
          </a:p>
          <a:p>
            <a:r>
              <a:rPr lang="en-ZA" sz="2400" dirty="0" err="1"/>
              <a:t>Avg_UnitPrice</a:t>
            </a:r>
            <a:r>
              <a:rPr lang="en-ZA" sz="2400" dirty="0"/>
              <a:t> NUMBER(9,2) NOT NULL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avg_unit_price_ck</a:t>
            </a:r>
            <a:r>
              <a:rPr lang="en-ZA" sz="2400" dirty="0"/>
              <a:t> CHECK (</a:t>
            </a:r>
            <a:r>
              <a:rPr lang="en-ZA" sz="2400" dirty="0" err="1"/>
              <a:t>Avg_UnitPrice</a:t>
            </a:r>
            <a:r>
              <a:rPr lang="en-ZA" sz="2400" dirty="0"/>
              <a:t> &gt;0));</a:t>
            </a:r>
          </a:p>
        </p:txBody>
      </p:sp>
    </p:spTree>
    <p:extLst>
      <p:ext uri="{BB962C8B-B14F-4D97-AF65-F5344CB8AC3E}">
        <p14:creationId xmlns:p14="http://schemas.microsoft.com/office/powerpoint/2010/main" val="19294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599" y="228600"/>
            <a:ext cx="7510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TABLE ORDER</a:t>
            </a:r>
            <a:endParaRPr lang="en-ZA" sz="5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6763" y="2209800"/>
            <a:ext cx="62758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/>
              <a:t>CREATE TABLE </a:t>
            </a:r>
            <a:r>
              <a:rPr lang="en-ZA" sz="2400" b="1" dirty="0">
                <a:solidFill>
                  <a:srgbClr val="FF0000"/>
                </a:solidFill>
              </a:rPr>
              <a:t>P</a:t>
            </a:r>
            <a:r>
              <a:rPr lang="en-ZA" sz="2400" dirty="0"/>
              <a:t>ORDER</a:t>
            </a:r>
          </a:p>
          <a:p>
            <a:r>
              <a:rPr lang="en-ZA" sz="2400" dirty="0"/>
              <a:t>(</a:t>
            </a:r>
            <a:r>
              <a:rPr lang="en-ZA" sz="2400" dirty="0" err="1"/>
              <a:t>Order_no</a:t>
            </a:r>
            <a:r>
              <a:rPr lang="en-ZA" sz="2400" dirty="0"/>
              <a:t> NUMBER(6)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order_order_no</a:t>
            </a:r>
            <a:r>
              <a:rPr lang="en-ZA" sz="2400" dirty="0"/>
              <a:t>   PRIMARY KEY,</a:t>
            </a:r>
          </a:p>
          <a:p>
            <a:r>
              <a:rPr lang="en-ZA" sz="2400" dirty="0" err="1"/>
              <a:t>Order_Date</a:t>
            </a:r>
            <a:r>
              <a:rPr lang="en-ZA" sz="2400" dirty="0"/>
              <a:t> DATE,</a:t>
            </a:r>
          </a:p>
          <a:p>
            <a:r>
              <a:rPr lang="en-ZA" sz="2400" dirty="0" err="1"/>
              <a:t>Date_Received</a:t>
            </a:r>
            <a:r>
              <a:rPr lang="en-ZA" sz="2400" dirty="0"/>
              <a:t> </a:t>
            </a:r>
            <a:r>
              <a:rPr lang="en-ZA" sz="2400" dirty="0" smtClean="0"/>
              <a:t>DATE NULL);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406341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TABLE ORDER DETAIL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27" y="1905000"/>
            <a:ext cx="928215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/>
              <a:t>CREATE TABLE ORDER_DETAIL</a:t>
            </a:r>
          </a:p>
          <a:p>
            <a:r>
              <a:rPr lang="en-ZA" sz="2400" dirty="0"/>
              <a:t>(</a:t>
            </a:r>
            <a:r>
              <a:rPr lang="en-ZA" sz="2400" dirty="0" err="1"/>
              <a:t>Order_no</a:t>
            </a:r>
            <a:r>
              <a:rPr lang="en-ZA" sz="2400" dirty="0"/>
              <a:t> NUMBER(6)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order_no_fk</a:t>
            </a:r>
            <a:r>
              <a:rPr lang="en-ZA" sz="2400" dirty="0"/>
              <a:t>   REFERENCES PORDER (</a:t>
            </a:r>
            <a:r>
              <a:rPr lang="en-ZA" sz="2400" dirty="0" err="1"/>
              <a:t>order_no</a:t>
            </a:r>
            <a:r>
              <a:rPr lang="en-ZA" sz="2400" dirty="0"/>
              <a:t>),</a:t>
            </a:r>
          </a:p>
          <a:p>
            <a:r>
              <a:rPr lang="en-ZA" sz="2400" dirty="0" err="1"/>
              <a:t>Stock_no</a:t>
            </a:r>
            <a:r>
              <a:rPr lang="en-ZA" sz="2400" dirty="0"/>
              <a:t> NUMBER(6)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stock_no_fk</a:t>
            </a:r>
            <a:r>
              <a:rPr lang="en-ZA" sz="2400" dirty="0"/>
              <a:t>   REFERENCES STOCK (</a:t>
            </a:r>
            <a:r>
              <a:rPr lang="en-ZA" sz="2400" dirty="0" err="1"/>
              <a:t>stock_no</a:t>
            </a:r>
            <a:r>
              <a:rPr lang="en-ZA" sz="2400" dirty="0"/>
              <a:t>),</a:t>
            </a:r>
          </a:p>
          <a:p>
            <a:r>
              <a:rPr lang="en-ZA" sz="2400" dirty="0" err="1"/>
              <a:t>Qty_ordered</a:t>
            </a:r>
            <a:r>
              <a:rPr lang="en-ZA" sz="2400" dirty="0"/>
              <a:t> NUMBER(5) CHECK (</a:t>
            </a:r>
            <a:r>
              <a:rPr lang="en-ZA" sz="2400" dirty="0" err="1"/>
              <a:t>Qty_ordered</a:t>
            </a:r>
            <a:r>
              <a:rPr lang="en-ZA" sz="2400" dirty="0"/>
              <a:t> &gt;0),</a:t>
            </a:r>
          </a:p>
          <a:p>
            <a:r>
              <a:rPr lang="en-ZA" sz="2400" dirty="0" err="1"/>
              <a:t>Unit_Price</a:t>
            </a:r>
            <a:r>
              <a:rPr lang="en-ZA" sz="2400" dirty="0"/>
              <a:t> NUMBER(9,2) CHECK (</a:t>
            </a:r>
            <a:r>
              <a:rPr lang="en-ZA" sz="2400" dirty="0" err="1"/>
              <a:t>Unit_Price</a:t>
            </a:r>
            <a:r>
              <a:rPr lang="en-ZA" sz="2400" dirty="0"/>
              <a:t> &gt;0),</a:t>
            </a:r>
          </a:p>
          <a:p>
            <a:r>
              <a:rPr lang="en-ZA" sz="2400" dirty="0"/>
              <a:t>CONSTRAINT </a:t>
            </a:r>
            <a:r>
              <a:rPr lang="en-ZA" sz="2400" dirty="0" err="1"/>
              <a:t>order_detail_pk</a:t>
            </a:r>
            <a:r>
              <a:rPr lang="en-ZA" sz="2400" dirty="0"/>
              <a:t> PRIMARY KEY (</a:t>
            </a:r>
            <a:r>
              <a:rPr lang="en-ZA" sz="2400" dirty="0" err="1"/>
              <a:t>order_no</a:t>
            </a:r>
            <a:r>
              <a:rPr lang="en-ZA" sz="2400" dirty="0"/>
              <a:t>, </a:t>
            </a:r>
            <a:r>
              <a:rPr lang="en-ZA" sz="2400" dirty="0" err="1"/>
              <a:t>stock_no</a:t>
            </a:r>
            <a:r>
              <a:rPr lang="en-ZA" sz="2400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9484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VIEWS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752600"/>
            <a:ext cx="670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CREATE OR REPLACE VIEW  order_detailvu01</a:t>
            </a:r>
          </a:p>
          <a:p>
            <a:r>
              <a:rPr lang="en-ZA" sz="2800" dirty="0"/>
              <a:t>AS SELECT  </a:t>
            </a:r>
            <a:r>
              <a:rPr lang="en-ZA" sz="2800" dirty="0" err="1"/>
              <a:t>order_date</a:t>
            </a:r>
            <a:r>
              <a:rPr lang="en-ZA" sz="2800" dirty="0"/>
              <a:t>, 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stock_no</a:t>
            </a:r>
            <a:r>
              <a:rPr lang="en-ZA" sz="2800" dirty="0"/>
              <a:t>, 	</a:t>
            </a:r>
            <a:r>
              <a:rPr lang="en-ZA" sz="2800" dirty="0" err="1" smtClean="0"/>
              <a:t>Qty_ordered</a:t>
            </a:r>
            <a:r>
              <a:rPr lang="en-ZA" sz="2800" dirty="0" smtClean="0"/>
              <a:t> </a:t>
            </a:r>
            <a:r>
              <a:rPr lang="en-ZA" sz="2800" dirty="0"/>
              <a:t>*</a:t>
            </a:r>
            <a:r>
              <a:rPr lang="en-ZA" sz="2800" dirty="0" err="1"/>
              <a:t>Unit_price</a:t>
            </a:r>
            <a:r>
              <a:rPr lang="en-ZA" sz="2800" dirty="0"/>
              <a:t> "Order Value"</a:t>
            </a:r>
          </a:p>
          <a:p>
            <a:r>
              <a:rPr lang="en-ZA" sz="2800" dirty="0"/>
              <a:t>FROM </a:t>
            </a:r>
            <a:r>
              <a:rPr lang="en-ZA" sz="2800" dirty="0" err="1"/>
              <a:t>order_detail</a:t>
            </a:r>
            <a:endParaRPr lang="en-ZA" sz="2800" dirty="0"/>
          </a:p>
          <a:p>
            <a:r>
              <a:rPr lang="en-ZA" sz="2800" dirty="0"/>
              <a:t>NATURAL JOIN </a:t>
            </a:r>
            <a:r>
              <a:rPr lang="en-ZA" sz="2800" dirty="0" err="1"/>
              <a:t>porder</a:t>
            </a:r>
            <a:endParaRPr lang="en-ZA" sz="2800" dirty="0"/>
          </a:p>
          <a:p>
            <a:r>
              <a:rPr lang="en-ZA" sz="2800" dirty="0"/>
              <a:t>ORDER BY </a:t>
            </a:r>
            <a:r>
              <a:rPr lang="en-ZA" sz="2800" dirty="0" err="1"/>
              <a:t>order_date</a:t>
            </a:r>
            <a:r>
              <a:rPr lang="en-ZA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0952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VIEWS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752600"/>
            <a:ext cx="670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CREATE OR REPLACE VIEW  order_detailvu02</a:t>
            </a:r>
          </a:p>
          <a:p>
            <a:r>
              <a:rPr lang="en-ZA" sz="2800" dirty="0"/>
              <a:t>AS SELECT  </a:t>
            </a:r>
            <a:r>
              <a:rPr lang="en-ZA" sz="2800" dirty="0" err="1"/>
              <a:t>order_date</a:t>
            </a:r>
            <a:r>
              <a:rPr lang="en-ZA" sz="2800" dirty="0"/>
              <a:t>, SUM(</a:t>
            </a:r>
            <a:r>
              <a:rPr lang="en-ZA" sz="2800" dirty="0" err="1"/>
              <a:t>Qty_ordered</a:t>
            </a:r>
            <a:r>
              <a:rPr lang="en-ZA" sz="2800" dirty="0"/>
              <a:t> * </a:t>
            </a:r>
            <a:r>
              <a:rPr lang="en-ZA" sz="2800" dirty="0" err="1"/>
              <a:t>Unit_price</a:t>
            </a:r>
            <a:r>
              <a:rPr lang="en-ZA" sz="2800" dirty="0"/>
              <a:t>) "Order Value Per Date"</a:t>
            </a:r>
          </a:p>
          <a:p>
            <a:r>
              <a:rPr lang="en-ZA" sz="2800" dirty="0"/>
              <a:t>FROM </a:t>
            </a:r>
            <a:r>
              <a:rPr lang="en-ZA" sz="2800" dirty="0" err="1"/>
              <a:t>order_detail</a:t>
            </a:r>
            <a:endParaRPr lang="en-ZA" sz="2800" dirty="0"/>
          </a:p>
          <a:p>
            <a:r>
              <a:rPr lang="en-ZA" sz="2800" dirty="0"/>
              <a:t>NATURAL JOIN </a:t>
            </a:r>
            <a:r>
              <a:rPr lang="en-ZA" sz="2800" dirty="0" err="1"/>
              <a:t>porder</a:t>
            </a:r>
            <a:endParaRPr lang="en-ZA" sz="2800" dirty="0"/>
          </a:p>
          <a:p>
            <a:r>
              <a:rPr lang="en-ZA" sz="2800" dirty="0"/>
              <a:t>GROUP BY </a:t>
            </a:r>
            <a:r>
              <a:rPr lang="en-ZA" sz="2800" dirty="0" err="1"/>
              <a:t>order_date</a:t>
            </a:r>
            <a:r>
              <a:rPr lang="en-ZA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2469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SEQUENCES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752600"/>
            <a:ext cx="670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CREATE SEQUENCE </a:t>
            </a:r>
            <a:r>
              <a:rPr lang="en-ZA" sz="2800" dirty="0" err="1"/>
              <a:t>stock_stock_no_seq</a:t>
            </a:r>
            <a:endParaRPr lang="en-ZA" sz="2800" dirty="0"/>
          </a:p>
          <a:p>
            <a:r>
              <a:rPr lang="en-ZA" sz="2800" dirty="0"/>
              <a:t> INCREMENT BY 1</a:t>
            </a:r>
          </a:p>
          <a:p>
            <a:r>
              <a:rPr lang="en-ZA" sz="2800" dirty="0"/>
              <a:t> START WITH 1</a:t>
            </a:r>
          </a:p>
          <a:p>
            <a:r>
              <a:rPr lang="en-ZA" sz="2800" dirty="0"/>
              <a:t> MAXVALUE 999999</a:t>
            </a:r>
          </a:p>
          <a:p>
            <a:r>
              <a:rPr lang="en-ZA" sz="2800" dirty="0"/>
              <a:t> NOCACHE</a:t>
            </a:r>
          </a:p>
          <a:p>
            <a:r>
              <a:rPr lang="en-ZA" sz="2800" dirty="0"/>
              <a:t> NOCYCLE;</a:t>
            </a:r>
          </a:p>
        </p:txBody>
      </p:sp>
    </p:spTree>
    <p:extLst>
      <p:ext uri="{BB962C8B-B14F-4D97-AF65-F5344CB8AC3E}">
        <p14:creationId xmlns:p14="http://schemas.microsoft.com/office/powerpoint/2010/main" val="313204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CREATE SEQUENCES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752600"/>
            <a:ext cx="670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 smtClean="0"/>
              <a:t>CREATE </a:t>
            </a:r>
            <a:r>
              <a:rPr lang="en-ZA" sz="2800" dirty="0"/>
              <a:t>SEQUENCE </a:t>
            </a:r>
            <a:r>
              <a:rPr lang="en-ZA" sz="2800" dirty="0" err="1"/>
              <a:t>porder_order_no_seq</a:t>
            </a:r>
            <a:endParaRPr lang="en-ZA" sz="2800" dirty="0"/>
          </a:p>
          <a:p>
            <a:r>
              <a:rPr lang="en-ZA" sz="2800" dirty="0"/>
              <a:t> INCREMENT BY 1</a:t>
            </a:r>
          </a:p>
          <a:p>
            <a:r>
              <a:rPr lang="en-ZA" sz="2800" dirty="0"/>
              <a:t> START WITH 1</a:t>
            </a:r>
          </a:p>
          <a:p>
            <a:r>
              <a:rPr lang="en-ZA" sz="2800" dirty="0"/>
              <a:t> MAXVALUE 999999</a:t>
            </a:r>
          </a:p>
          <a:p>
            <a:r>
              <a:rPr lang="en-ZA" sz="2800" dirty="0"/>
              <a:t> NOCACHE</a:t>
            </a:r>
          </a:p>
          <a:p>
            <a:r>
              <a:rPr lang="en-ZA" sz="2800" dirty="0"/>
              <a:t> NOCYCLE;</a:t>
            </a:r>
          </a:p>
        </p:txBody>
      </p:sp>
    </p:spTree>
    <p:extLst>
      <p:ext uri="{BB962C8B-B14F-4D97-AF65-F5344CB8AC3E}">
        <p14:creationId xmlns:p14="http://schemas.microsoft.com/office/powerpoint/2010/main" val="289348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INSERT VALUES INTO STOCK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1" y="1752600"/>
            <a:ext cx="86867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INSERT INTO STOCK (</a:t>
            </a:r>
            <a:r>
              <a:rPr lang="en-ZA" sz="2800" dirty="0" err="1"/>
              <a:t>stock_no</a:t>
            </a:r>
            <a:r>
              <a:rPr lang="en-ZA" sz="2800" dirty="0"/>
              <a:t>, description, </a:t>
            </a:r>
            <a:r>
              <a:rPr lang="en-ZA" sz="2800" dirty="0" err="1"/>
              <a:t>Qty_OnHand</a:t>
            </a:r>
            <a:r>
              <a:rPr lang="en-ZA" sz="2800" dirty="0"/>
              <a:t>, </a:t>
            </a:r>
            <a:r>
              <a:rPr lang="en-ZA" sz="2800" dirty="0" err="1"/>
              <a:t>Avg_UnitPrice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</a:t>
            </a:r>
            <a:r>
              <a:rPr lang="en-ZA" sz="2800" dirty="0" err="1"/>
              <a:t>stock_stock_no_seq.NEXTVAL,'HB</a:t>
            </a:r>
            <a:r>
              <a:rPr lang="en-ZA" sz="2800" dirty="0"/>
              <a:t> Pencil', 150, 6.30);</a:t>
            </a:r>
          </a:p>
          <a:p>
            <a:endParaRPr lang="en-ZA" sz="2800" dirty="0"/>
          </a:p>
          <a:p>
            <a:r>
              <a:rPr lang="en-ZA" sz="2800" dirty="0"/>
              <a:t>INSERT INTO STOCK (</a:t>
            </a:r>
            <a:r>
              <a:rPr lang="en-ZA" sz="2800" dirty="0" err="1"/>
              <a:t>stock_no</a:t>
            </a:r>
            <a:r>
              <a:rPr lang="en-ZA" sz="2800" dirty="0"/>
              <a:t>, description, </a:t>
            </a:r>
            <a:r>
              <a:rPr lang="en-ZA" sz="2800" dirty="0" err="1"/>
              <a:t>Qty_OnHand</a:t>
            </a:r>
            <a:r>
              <a:rPr lang="en-ZA" sz="2800" dirty="0"/>
              <a:t>, </a:t>
            </a:r>
            <a:r>
              <a:rPr lang="en-ZA" sz="2800" dirty="0" err="1"/>
              <a:t>Avg_UnitPrice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</a:t>
            </a:r>
            <a:r>
              <a:rPr lang="en-ZA" sz="2800" dirty="0" err="1"/>
              <a:t>stock_stock_no_seq.NEXTVAL,'Parker</a:t>
            </a:r>
            <a:r>
              <a:rPr lang="en-ZA" sz="2800" dirty="0"/>
              <a:t> Pen', 50, 325.25);</a:t>
            </a:r>
          </a:p>
        </p:txBody>
      </p:sp>
    </p:spTree>
    <p:extLst>
      <p:ext uri="{BB962C8B-B14F-4D97-AF65-F5344CB8AC3E}">
        <p14:creationId xmlns:p14="http://schemas.microsoft.com/office/powerpoint/2010/main" val="410117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INSERT VALUES INTO PORDER</a:t>
            </a:r>
            <a:endParaRPr lang="en-ZA" sz="48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1" y="1752600"/>
            <a:ext cx="86867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INSERT INTO PORDER (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order_date,date_received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</a:t>
            </a:r>
            <a:r>
              <a:rPr lang="en-ZA" sz="2800" dirty="0" err="1"/>
              <a:t>porder_order_no_seq.NEXTVAL,SYSDATE</a:t>
            </a:r>
            <a:r>
              <a:rPr lang="en-ZA" sz="2800" dirty="0"/>
              <a:t>, null);</a:t>
            </a:r>
          </a:p>
          <a:p>
            <a:endParaRPr lang="en-ZA" sz="2800" dirty="0"/>
          </a:p>
          <a:p>
            <a:r>
              <a:rPr lang="en-ZA" sz="2800" dirty="0"/>
              <a:t>INSERT INTO PORDER (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order_date,date_received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</a:t>
            </a:r>
            <a:r>
              <a:rPr lang="en-ZA" sz="2800" dirty="0" err="1"/>
              <a:t>porder_order_no_seq.NEXTVAL,SYSDATE</a:t>
            </a:r>
            <a:r>
              <a:rPr lang="en-ZA" sz="2800" dirty="0"/>
              <a:t>, null);</a:t>
            </a:r>
          </a:p>
        </p:txBody>
      </p:sp>
    </p:spTree>
    <p:extLst>
      <p:ext uri="{BB962C8B-B14F-4D97-AF65-F5344CB8AC3E}">
        <p14:creationId xmlns:p14="http://schemas.microsoft.com/office/powerpoint/2010/main" val="379058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1" y="6927"/>
            <a:ext cx="8762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INSERT VALUES INTO ORDER_DETAIL</a:t>
            </a:r>
            <a:endParaRPr lang="en-ZA" sz="4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1" y="1905000"/>
            <a:ext cx="86867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INSERT INTO ORDER_DETAIL (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stock_no</a:t>
            </a:r>
            <a:r>
              <a:rPr lang="en-ZA" sz="2800" dirty="0"/>
              <a:t>, </a:t>
            </a:r>
            <a:r>
              <a:rPr lang="en-ZA" sz="2800" dirty="0" err="1"/>
              <a:t>qty_ordered,unit_price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(1,1, 6,6.3);</a:t>
            </a:r>
          </a:p>
          <a:p>
            <a:endParaRPr lang="en-ZA" sz="2800" dirty="0"/>
          </a:p>
          <a:p>
            <a:r>
              <a:rPr lang="en-ZA" sz="2800" dirty="0"/>
              <a:t>INSERT INTO ORDER_DETAIL (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stock_no</a:t>
            </a:r>
            <a:r>
              <a:rPr lang="en-ZA" sz="2800" dirty="0"/>
              <a:t>, </a:t>
            </a:r>
            <a:r>
              <a:rPr lang="en-ZA" sz="2800" dirty="0" err="1"/>
              <a:t>qty_ordered,unit_price</a:t>
            </a:r>
            <a:r>
              <a:rPr lang="en-ZA" sz="2800" dirty="0"/>
              <a:t>)</a:t>
            </a:r>
          </a:p>
          <a:p>
            <a:r>
              <a:rPr lang="en-ZA" sz="2800" dirty="0"/>
              <a:t>VALUES      (1,2, 5,325.25);</a:t>
            </a:r>
          </a:p>
        </p:txBody>
      </p:sp>
    </p:spTree>
    <p:extLst>
      <p:ext uri="{BB962C8B-B14F-4D97-AF65-F5344CB8AC3E}">
        <p14:creationId xmlns:p14="http://schemas.microsoft.com/office/powerpoint/2010/main" val="135175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1" y="6927"/>
            <a:ext cx="8762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JOIN</a:t>
            </a:r>
            <a:endParaRPr lang="en-ZA" sz="4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1" y="1905000"/>
            <a:ext cx="86867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SELECT 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order_date</a:t>
            </a:r>
            <a:r>
              <a:rPr lang="en-ZA" sz="2800" dirty="0"/>
              <a:t>, description, </a:t>
            </a:r>
            <a:r>
              <a:rPr lang="en-ZA" sz="2800" dirty="0" err="1"/>
              <a:t>qty_ordered</a:t>
            </a:r>
            <a:r>
              <a:rPr lang="en-ZA" sz="2800" dirty="0"/>
              <a:t>, </a:t>
            </a:r>
            <a:r>
              <a:rPr lang="en-ZA" sz="2800" dirty="0" err="1"/>
              <a:t>unit_price</a:t>
            </a:r>
            <a:endParaRPr lang="en-ZA" sz="2800" dirty="0"/>
          </a:p>
          <a:p>
            <a:r>
              <a:rPr lang="en-ZA" sz="2800" dirty="0"/>
              <a:t>From PORDER</a:t>
            </a:r>
          </a:p>
          <a:p>
            <a:r>
              <a:rPr lang="en-ZA" sz="2800" dirty="0"/>
              <a:t>NATURAL JOIN ORDER_DETAIL</a:t>
            </a:r>
          </a:p>
          <a:p>
            <a:r>
              <a:rPr lang="en-ZA" sz="2800" dirty="0"/>
              <a:t>NATURAL JOIN STOCK;</a:t>
            </a:r>
          </a:p>
        </p:txBody>
      </p:sp>
    </p:spTree>
    <p:extLst>
      <p:ext uri="{BB962C8B-B14F-4D97-AF65-F5344CB8AC3E}">
        <p14:creationId xmlns:p14="http://schemas.microsoft.com/office/powerpoint/2010/main" val="39703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1" y="6927"/>
            <a:ext cx="8762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SUBQUERY</a:t>
            </a:r>
            <a:endParaRPr lang="en-ZA" sz="44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1" y="1905000"/>
            <a:ext cx="86867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SELECT </a:t>
            </a:r>
            <a:r>
              <a:rPr lang="en-ZA" sz="2800" dirty="0" err="1"/>
              <a:t>order_no</a:t>
            </a:r>
            <a:r>
              <a:rPr lang="en-ZA" sz="2800" dirty="0"/>
              <a:t>, </a:t>
            </a:r>
            <a:r>
              <a:rPr lang="en-ZA" sz="2800" dirty="0" err="1"/>
              <a:t>order_date</a:t>
            </a:r>
            <a:r>
              <a:rPr lang="en-ZA" sz="2800" dirty="0"/>
              <a:t>, description, </a:t>
            </a:r>
            <a:r>
              <a:rPr lang="en-ZA" sz="2800" dirty="0" err="1"/>
              <a:t>qty_ordered</a:t>
            </a:r>
            <a:r>
              <a:rPr lang="en-ZA" sz="2800" dirty="0"/>
              <a:t>, </a:t>
            </a:r>
            <a:r>
              <a:rPr lang="en-ZA" sz="2800" dirty="0" err="1"/>
              <a:t>unit_price</a:t>
            </a:r>
            <a:endParaRPr lang="en-ZA" sz="2800" dirty="0"/>
          </a:p>
          <a:p>
            <a:r>
              <a:rPr lang="en-ZA" sz="2800" dirty="0"/>
              <a:t>from PORDER</a:t>
            </a:r>
          </a:p>
          <a:p>
            <a:r>
              <a:rPr lang="en-ZA" sz="2800" dirty="0"/>
              <a:t>NATURAL JOIN ORDER_DETAIL</a:t>
            </a:r>
          </a:p>
          <a:p>
            <a:r>
              <a:rPr lang="en-ZA" sz="2800" dirty="0"/>
              <a:t>NATURAL JOIN STOCK</a:t>
            </a:r>
          </a:p>
          <a:p>
            <a:r>
              <a:rPr lang="en-ZA" sz="2800" dirty="0"/>
              <a:t>WHERE </a:t>
            </a:r>
            <a:r>
              <a:rPr lang="en-ZA" sz="2800" dirty="0" err="1"/>
              <a:t>unit_price</a:t>
            </a:r>
            <a:r>
              <a:rPr lang="en-ZA" sz="2800" dirty="0"/>
              <a:t> &lt; (SELECT AVG(</a:t>
            </a:r>
            <a:r>
              <a:rPr lang="en-ZA" sz="2800" dirty="0" err="1"/>
              <a:t>AVG_UnitPrice</a:t>
            </a:r>
            <a:r>
              <a:rPr lang="en-ZA" sz="2800" dirty="0"/>
              <a:t>)</a:t>
            </a:r>
          </a:p>
          <a:p>
            <a:r>
              <a:rPr lang="en-ZA" sz="2800" dirty="0"/>
              <a:t>                    FROM STOCK)</a:t>
            </a:r>
          </a:p>
        </p:txBody>
      </p:sp>
    </p:spTree>
    <p:extLst>
      <p:ext uri="{BB962C8B-B14F-4D97-AF65-F5344CB8AC3E}">
        <p14:creationId xmlns:p14="http://schemas.microsoft.com/office/powerpoint/2010/main" val="315947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566660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214</TotalTime>
  <Words>379</Words>
  <Application>Microsoft Office PowerPoint</Application>
  <PresentationFormat>On-screen Show (4:3)</PresentationFormat>
  <Paragraphs>85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Georgia</vt:lpstr>
      <vt:lpstr>Trebuchet MS</vt:lpstr>
      <vt:lpstr>Slipstream</vt:lpstr>
      <vt:lpstr>PROJECT ASSIGNMENT 3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MODELING</dc:title>
  <dc:creator>Linda</dc:creator>
  <cp:lastModifiedBy>Hewlett-Packard Company</cp:lastModifiedBy>
  <cp:revision>25</cp:revision>
  <dcterms:created xsi:type="dcterms:W3CDTF">2018-03-28T07:15:16Z</dcterms:created>
  <dcterms:modified xsi:type="dcterms:W3CDTF">2018-04-19T21:26:15Z</dcterms:modified>
</cp:coreProperties>
</file>